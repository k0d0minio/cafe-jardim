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102" d="100"/>
          <a:sy n="102" d="100"/>
        </p:scale>
        <p:origin x="85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F118477-BA54-4B0E-9EC5-D8568300CAF2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705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53AA-13B8-469A-87B0-FF7C74E1EADE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10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B3B0F7F-6AD6-4AF0-8BB1-D49CE0F9F622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9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16F69B6-6D5E-4363-B374-18E94027D1E6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97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DEE5A9B-1189-4B03-AA34-8ABCB3EDCE59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703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93776"/>
            <a:ext cx="8028432" cy="4325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65776"/>
            <a:ext cx="5431536" cy="118872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D32A50-3A67-42D0-AFC3-9798A621A2DF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28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5111496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5698FC-C9DA-44B4-AC6C-01EEA7EAAA4C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42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170516"/>
            <a:ext cx="4800600" cy="108398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ECA0D2-D30D-4484-8941-E31C1541BC59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07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8961120" cy="4654296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FA793B8-7270-4493-83ED-C07D34603133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36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94744" y="2423160"/>
            <a:ext cx="578097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AD26B-DEF0-4EC5-90CD-3C7B79EC8572}" type="datetime1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7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914400" indent="-228600">
              <a:buFont typeface="+mj-lt"/>
              <a:buAutoNum type="arabicPeriod"/>
              <a:defRPr sz="1400"/>
            </a:lvl4pPr>
            <a:lvl5pPr marL="1143000" indent="-2286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CA36A28-16B8-4B74-ADBC-086BC21557C6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9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807CC-3A12-4A50-A3BE-C6063551B4A3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36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0E33-4FBE-4166-8E4D-D16E2368EAF9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22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688B5-3E47-407E-A4D5-0E98E41979E9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665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29CD1-440F-4DE5-9914-1074B1963E64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69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5DF8-55DB-438A-B328-5A22697F5E96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01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9F2D74A-71A1-4609-9BED-C43EBEF2D096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238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B868B-869A-478B-B17A-F3477F1ABEB8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167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8CCA563-903D-4707-A09B-73AE7FD9F3E4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210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7B-DE86-4C56-A69A-2124AC6051DB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351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5E8E98-97C5-4AE8-8CC9-69C51FF1A0EF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815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4F82-DB30-4BD5-9E9D-AD825E313C84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614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E7477ED-8564-46ED-8FFC-DE5A509699F3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1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26781-2293-4754-A74B-94E6E7D7B311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834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DFBFA6E-9D0B-474A-AFB9-4E0832448570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2063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67648-9FB3-40F4-8072-E80887331DF3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153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07E99A-2976-4D79-B66C-833B4C12E9C9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49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DD7D-A4A9-4042-8D3D-AF897B76225E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224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3D79-61FB-48D3-96EC-9D73986E2DB4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04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E407E80-9270-4600-9E83-876C054EC0ED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4837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7A043757-40C8-48EB-A459-80D3B00F0BCB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77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D0304CB2-AF95-4B6C-81FD-EF29E4F12940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676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FD636673-28CE-4CCE-80FB-7124C935A31A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70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802264-EF96-4074-A671-AB5D99F5E332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038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490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84F615-9106-410C-834A-3DBE51A81CC1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661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EA1A10B-111C-8469-40F7-C3551BB027D0}"/>
              </a:ext>
            </a:extLst>
          </p:cNvPr>
          <p:cNvSpPr/>
          <p:nvPr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4873752"/>
            <a:ext cx="8439912" cy="1591056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defRPr lang="en-US" sz="2800" dirty="0"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420624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D5A920F-C91E-4FD9-A8A8-AC96444816EA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3816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F91DA-BC67-4FFF-80B3-6A83720BA580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987552"/>
            <a:ext cx="10149840" cy="4846320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4400" b="0" cap="all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000" b="0" cap="all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3600" b="0" cap="all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3200" b="0" cap="all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2800" b="0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06391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5565DD7-EB64-4BFE-B850-4043488A7CD8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30936"/>
            <a:ext cx="844905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48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0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36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7211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2C979-2DBB-4FF5-B773-BBC906FD5969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877824"/>
            <a:ext cx="8046720" cy="5065776"/>
          </a:xfrm>
        </p:spPr>
        <p:txBody>
          <a:bodyPr anchor="ctr">
            <a:normAutofit/>
          </a:bodyPr>
          <a:lstStyle>
            <a:lvl1pPr marL="0" indent="0">
              <a:lnSpc>
                <a:spcPct val="110000"/>
              </a:lnSpc>
              <a:buNone/>
              <a:defRPr sz="5400" b="0"/>
            </a:lvl1pPr>
            <a:lvl2pPr marL="228600" indent="0">
              <a:lnSpc>
                <a:spcPct val="110000"/>
              </a:lnSpc>
              <a:buNone/>
              <a:defRPr sz="4800" b="0"/>
            </a:lvl2pPr>
            <a:lvl3pPr marL="457200" indent="0">
              <a:lnSpc>
                <a:spcPct val="110000"/>
              </a:lnSpc>
              <a:buNone/>
              <a:defRPr sz="4400" b="0"/>
            </a:lvl3pPr>
            <a:lvl4pPr marL="685800" indent="0">
              <a:lnSpc>
                <a:spcPct val="110000"/>
              </a:lnSpc>
              <a:buNone/>
              <a:defRPr sz="4000" b="0"/>
            </a:lvl4pPr>
            <a:lvl5pPr marL="914400" indent="0">
              <a:lnSpc>
                <a:spcPct val="110000"/>
              </a:lnSpc>
              <a:buNone/>
              <a:defRPr sz="36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10060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984F2-69E3-42EA-A769-C3221255F524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596767"/>
            <a:ext cx="9848088" cy="3767328"/>
          </a:xfrm>
        </p:spPr>
        <p:txBody>
          <a:bodyPr anchor="b">
            <a:normAutofit/>
          </a:bodyPr>
          <a:lstStyle>
            <a:lvl1pPr marL="0" indent="0">
              <a:lnSpc>
                <a:spcPct val="110000"/>
              </a:lnSpc>
              <a:buNone/>
              <a:defRPr sz="6000" b="0">
                <a:solidFill>
                  <a:schemeClr val="accent1"/>
                </a:solidFill>
              </a:defRPr>
            </a:lvl1pPr>
            <a:lvl2pPr marL="228600" indent="0">
              <a:lnSpc>
                <a:spcPct val="110000"/>
              </a:lnSpc>
              <a:buNone/>
              <a:defRPr sz="5400" b="0">
                <a:solidFill>
                  <a:schemeClr val="accent1"/>
                </a:solidFill>
              </a:defRPr>
            </a:lvl2pPr>
            <a:lvl3pPr marL="457200" indent="0">
              <a:lnSpc>
                <a:spcPct val="110000"/>
              </a:lnSpc>
              <a:buNone/>
              <a:defRPr sz="4800" b="0">
                <a:solidFill>
                  <a:schemeClr val="accent1"/>
                </a:solidFill>
              </a:defRPr>
            </a:lvl3pPr>
            <a:lvl4pPr marL="685800" indent="0">
              <a:lnSpc>
                <a:spcPct val="110000"/>
              </a:lnSpc>
              <a:buNone/>
              <a:defRPr sz="4400" b="0">
                <a:solidFill>
                  <a:schemeClr val="accent1"/>
                </a:solidFill>
              </a:defRPr>
            </a:lvl4pPr>
            <a:lvl5pPr marL="914400" indent="0">
              <a:lnSpc>
                <a:spcPct val="110000"/>
              </a:lnSpc>
              <a:buNone/>
              <a:defRPr sz="40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24524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8488" y="5376672"/>
            <a:ext cx="9079992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21600-2F49-4BDF-9F00-79A81477383F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527048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0632342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AF1DAFD-6C43-776A-EDEF-047653131661}"/>
              </a:ext>
            </a:extLst>
          </p:cNvPr>
          <p:cNvSpPr/>
          <p:nvPr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148072"/>
            <a:ext cx="8366760" cy="118872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23558-A89A-4F39-900D-C4A4FDA1B2E7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783080"/>
            <a:ext cx="8503920" cy="3209544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8589269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5BDAC2-53C5-6F8B-7446-54D1152EB91B}"/>
              </a:ext>
            </a:extLst>
          </p:cNvPr>
          <p:cNvSpPr/>
          <p:nvPr/>
        </p:nvSpPr>
        <p:spPr>
          <a:xfrm>
            <a:off x="0" y="0"/>
            <a:ext cx="11385608" cy="5084064"/>
          </a:xfrm>
          <a:custGeom>
            <a:avLst/>
            <a:gdLst>
              <a:gd name="connsiteX0" fmla="*/ 0 w 11385608"/>
              <a:gd name="connsiteY0" fmla="*/ 0 h 5084064"/>
              <a:gd name="connsiteX1" fmla="*/ 11385608 w 11385608"/>
              <a:gd name="connsiteY1" fmla="*/ 0 h 5084064"/>
              <a:gd name="connsiteX2" fmla="*/ 11385608 w 11385608"/>
              <a:gd name="connsiteY2" fmla="*/ 4562110 h 5084064"/>
              <a:gd name="connsiteX3" fmla="*/ 10863655 w 11385608"/>
              <a:gd name="connsiteY3" fmla="*/ 5084064 h 5084064"/>
              <a:gd name="connsiteX4" fmla="*/ 0 w 11385608"/>
              <a:gd name="connsiteY4" fmla="*/ 5084064 h 508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5084064">
                <a:moveTo>
                  <a:pt x="0" y="0"/>
                </a:moveTo>
                <a:lnTo>
                  <a:pt x="11385608" y="0"/>
                </a:lnTo>
                <a:lnTo>
                  <a:pt x="11385608" y="4562110"/>
                </a:lnTo>
                <a:cubicBezTo>
                  <a:pt x="11385608" y="4850377"/>
                  <a:pt x="11151922" y="5084064"/>
                  <a:pt x="10863655" y="5084064"/>
                </a:cubicBezTo>
                <a:lnTo>
                  <a:pt x="0" y="5084064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" y="5449824"/>
            <a:ext cx="9546336" cy="905256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2020B-CB60-4281-A570-6300974B7A2E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85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08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30352"/>
            <a:ext cx="9683496" cy="395020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307406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4965192"/>
            <a:ext cx="8339328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033272"/>
            <a:ext cx="8467344" cy="3931920"/>
          </a:xfrm>
        </p:spPr>
        <p:txBody>
          <a:bodyPr anchor="b">
            <a:normAutofit/>
          </a:bodyPr>
          <a:lstStyle>
            <a:lvl1pPr marL="137160" indent="-137160">
              <a:lnSpc>
                <a:spcPct val="110000"/>
              </a:lnSpc>
              <a:spcBef>
                <a:spcPts val="0"/>
              </a:spcBef>
              <a:buNone/>
              <a:defRPr sz="4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55215D8-97AA-4B85-B7A0-A02F39368DA3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086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5CE14-1FF6-4074-BE8F-BABA3B0759C8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9169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71389-0C57-4856-A530-D0CC79ABF97F}" type="datetime1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9265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EFD-DF71-4A7D-9C47-1BBDB138B295}" type="datetime1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538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BE319-9B1C-4A02-A60F-55C05B841F00}" type="datetime1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393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F397E-666B-470F-A253-6BE6BC97EEBE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455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249CC-ABEB-43E4-956A-E3EA25785381}" type="datetime1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36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E689B-95F7-4D9F-8FA3-5EAD5F062125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53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C20F-E1D8-4943-B054-6F2B6C10D630}" type="datetime1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98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492240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F7F99000-8DC5-4FAA-962C-D38BB4F2BF7D}" type="datetime1">
              <a:rPr lang="en-US" smtClean="0"/>
              <a:t>11/25/25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7112" y="6492240"/>
            <a:ext cx="266090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9456" y="6492240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22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  <p:sldLayoutId id="2147483781" r:id="rId18"/>
    <p:sldLayoutId id="2147483782" r:id="rId19"/>
    <p:sldLayoutId id="2147483783" r:id="rId20"/>
    <p:sldLayoutId id="2147483784" r:id="rId21"/>
    <p:sldLayoutId id="2147483785" r:id="rId22"/>
    <p:sldLayoutId id="2147483786" r:id="rId23"/>
    <p:sldLayoutId id="2147483787" r:id="rId24"/>
    <p:sldLayoutId id="2147483788" r:id="rId25"/>
    <p:sldLayoutId id="2147483789" r:id="rId26"/>
    <p:sldLayoutId id="2147483790" r:id="rId27"/>
    <p:sldLayoutId id="2147483791" r:id="rId28"/>
    <p:sldLayoutId id="2147483792" r:id="rId29"/>
    <p:sldLayoutId id="2147483793" r:id="rId30"/>
    <p:sldLayoutId id="2147483794" r:id="rId31"/>
    <p:sldLayoutId id="2147483795" r:id="rId32"/>
    <p:sldLayoutId id="2147483796" r:id="rId33"/>
    <p:sldLayoutId id="2147483797" r:id="rId34"/>
    <p:sldLayoutId id="2147483798" r:id="rId35"/>
    <p:sldLayoutId id="2147483799" r:id="rId36"/>
    <p:sldLayoutId id="2147483800" r:id="rId37"/>
    <p:sldLayoutId id="2147483801" r:id="rId38"/>
    <p:sldLayoutId id="2147483802" r:id="rId39"/>
    <p:sldLayoutId id="2147483803" r:id="rId40"/>
    <p:sldLayoutId id="2147483804" r:id="rId41"/>
    <p:sldLayoutId id="2147483805" r:id="rId42"/>
    <p:sldLayoutId id="2147483806" r:id="rId43"/>
    <p:sldLayoutId id="2147483807" r:id="rId44"/>
    <p:sldLayoutId id="2147483808" r:id="rId45"/>
    <p:sldLayoutId id="2147483809" r:id="rId46"/>
    <p:sldLayoutId id="2147483810" r:id="rId47"/>
    <p:sldLayoutId id="2147483811" r:id="rId48"/>
    <p:sldLayoutId id="2147483812" r:id="rId49"/>
    <p:sldLayoutId id="2147483813" r:id="rId50"/>
    <p:sldLayoutId id="2147483814" r:id="rId51"/>
    <p:sldLayoutId id="2147483815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1E83DB7-C444-0D3F-03B3-9F293CB3E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355174" cy="3739896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Poppins" pitchFamily="2" charset="77"/>
                <a:cs typeface="Poppins" pitchFamily="2" charset="77"/>
              </a:rPr>
              <a:t>JOIN US FOR THANKSGIVING </a:t>
            </a:r>
            <a:r>
              <a:rPr lang="en-US" sz="3200" dirty="0">
                <a:latin typeface="Poppins" pitchFamily="2" charset="77"/>
                <a:cs typeface="Poppins" pitchFamily="2" charset="77"/>
              </a:rPr>
              <a:t>ALL DAY THURSDAY</a:t>
            </a:r>
            <a:br>
              <a:rPr lang="en-US" sz="3200" dirty="0">
                <a:latin typeface="Poppins" pitchFamily="2" charset="77"/>
                <a:cs typeface="Poppins" pitchFamily="2" charset="77"/>
              </a:rPr>
            </a:br>
            <a:r>
              <a:rPr lang="en-US" sz="3200" dirty="0">
                <a:latin typeface="Poppins" pitchFamily="2" charset="77"/>
                <a:cs typeface="Poppins" pitchFamily="2" charset="77"/>
              </a:rPr>
              <a:t>27 / 11/ 2025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88193A7-A8BB-3D71-4D36-B2E15AB93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448" y="5064128"/>
            <a:ext cx="4355174" cy="1380744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Poppins" pitchFamily="2" charset="77"/>
                <a:cs typeface="Poppins" pitchFamily="2" charset="77"/>
              </a:rPr>
              <a:t>NOW OPEN 7 DAYS A WEEK FROM 10AM – 8PM</a:t>
            </a:r>
          </a:p>
        </p:txBody>
      </p:sp>
      <p:pic>
        <p:nvPicPr>
          <p:cNvPr id="5" name="Picture 4" descr="A table full of food&#10;&#10;AI-generated content may be incorrect.">
            <a:extLst>
              <a:ext uri="{FF2B5EF4-FFF2-40B4-BE49-F238E27FC236}">
                <a16:creationId xmlns:a16="http://schemas.microsoft.com/office/drawing/2014/main" id="{1DF2B1A6-3B65-25BB-B0B2-C304CA8334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06" t="1" b="1"/>
          <a:stretch>
            <a:fillRect/>
          </a:stretch>
        </p:blipFill>
        <p:spPr>
          <a:xfrm>
            <a:off x="5198302" y="10"/>
            <a:ext cx="6993700" cy="639914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noFill/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06F1E22F-2961-A37F-5981-645F92273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5070" y="1739153"/>
            <a:ext cx="5166692" cy="36510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3E8630-B2BB-D2F1-AEA7-1FA7F4AE9334}"/>
              </a:ext>
            </a:extLst>
          </p:cNvPr>
          <p:cNvSpPr txBox="1"/>
          <p:nvPr/>
        </p:nvSpPr>
        <p:spPr>
          <a:xfrm>
            <a:off x="643772" y="4928535"/>
            <a:ext cx="40495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T" dirty="0">
                <a:latin typeface="Poppins" pitchFamily="2" charset="77"/>
                <a:cs typeface="Poppins" pitchFamily="2" charset="77"/>
              </a:rPr>
              <a:t>Full thanksgiving plate incl. desert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dirty="0">
                <a:latin typeface="Poppins" pitchFamily="2" charset="77"/>
                <a:cs typeface="Poppins" pitchFamily="2" charset="77"/>
              </a:rPr>
              <a:t>Adults: €18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T" dirty="0">
                <a:latin typeface="Poppins" pitchFamily="2" charset="77"/>
                <a:cs typeface="Poppins" pitchFamily="2" charset="77"/>
              </a:rPr>
              <a:t>Kids: €12</a:t>
            </a:r>
          </a:p>
        </p:txBody>
      </p:sp>
    </p:spTree>
    <p:extLst>
      <p:ext uri="{BB962C8B-B14F-4D97-AF65-F5344CB8AC3E}">
        <p14:creationId xmlns:p14="http://schemas.microsoft.com/office/powerpoint/2010/main" val="3706282077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37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Neue Haas Grotesk Text Pro</vt:lpstr>
      <vt:lpstr>Poppins</vt:lpstr>
      <vt:lpstr>Oasis</vt:lpstr>
      <vt:lpstr>JOIN US FOR THANKSGIVING ALL DAY THURSDAY 27 / 11/ 2025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Tristan Boxford</dc:creator>
  <cp:lastModifiedBy>Tristan Boxford</cp:lastModifiedBy>
  <cp:revision>1</cp:revision>
  <dcterms:created xsi:type="dcterms:W3CDTF">2025-11-25T11:20:08Z</dcterms:created>
  <dcterms:modified xsi:type="dcterms:W3CDTF">2025-11-25T11:28:14Z</dcterms:modified>
</cp:coreProperties>
</file>